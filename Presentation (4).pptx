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hana Lakshmi" initials="DL" lastIdx="1" clrIdx="0">
    <p:extLst>
      <p:ext uri="{19B8F6BF-5375-455C-9EA6-DF929625EA0E}">
        <p15:presenceInfo xmlns:p15="http://schemas.microsoft.com/office/powerpoint/2012/main" userId="ed7a952514536df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commentAuthors" Target="commentAuthors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23T06:39:31.746" idx="1">
    <p:pos x="10" y="10"/>
    <p:text>vhj</p:text>
    <p:extLst>
      <p:ext uri="{C676402C-5697-4E1C-873F-D02D1690AC5C}">
        <p15:threadingInfo xmlns:p15="http://schemas.microsoft.com/office/powerpoint/2012/main" timeZoneBias="-33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1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9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9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9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9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9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9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9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08988B-04E9-077E-6A3E-A13CE0F22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670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9940E-A26C-6567-6352-A88D32E63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609601"/>
            <a:ext cx="5934969" cy="2023254"/>
          </a:xfrm>
        </p:spPr>
        <p:txBody>
          <a:bodyPr/>
          <a:lstStyle/>
          <a:p>
            <a:r>
              <a:rPr lang="en-US" dirty="0"/>
              <a:t>Introduction – What is Library Management?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06A24C-24E2-D783-CC4D-6B25B5584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*Library Management System helps in managing library resources efficiently
It maintains records of books, students, and transactions
Reduces manual work and saves time
Improves accuracy and data organization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6BFAE470-EE84-9596-40BC-FA4579D07BF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895" r="2895"/>
          <a:stretch/>
        </p:blipFill>
        <p:spPr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23447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17A36-9FD8-DC64-55CD-10B255F11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– Purpose of Library Management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C0D1273C-C875-7448-2F01-18E93E7CD5F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5405" b="5405"/>
          <a:stretch/>
        </p:blipFill>
        <p:spPr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3F8F2-6446-6833-F679-4C969A6A1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To keep track of available and issued books
To manage student/member details
To maintain book return and issue records
To ensure smooth functioning of the library</a:t>
            </a:r>
          </a:p>
        </p:txBody>
      </p:sp>
    </p:spTree>
    <p:extLst>
      <p:ext uri="{BB962C8B-B14F-4D97-AF65-F5344CB8AC3E}">
        <p14:creationId xmlns:p14="http://schemas.microsoft.com/office/powerpoint/2010/main" val="3564493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533B1-0DAA-27C3-A9DC-CCC3C2F4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– Features of Library Management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744F0E-D398-E8A6-B5D6-30386D24E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Easy book search
Book issuing and returning system
Proper record maintenance
Quick access to information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F7BF97AA-4B1F-C68F-576E-D73C8EF5BB4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6919" r="26919"/>
          <a:stretch/>
        </p:blipFill>
        <p:spPr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143652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0AB83-D7AF-D408-C85B-3779277B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Library Management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46F9BF2E-7E16-686D-4CE7-9A7022B2EC7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9106" r="29106"/>
          <a:stretch/>
        </p:blipFill>
        <p:spPr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D2A580-36D5-1536-DB8C-AF2C13AF9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Saves time and effort
Reduces paperwork
Increases efficiency
Provides accurate data handling</a:t>
            </a:r>
          </a:p>
        </p:txBody>
      </p:sp>
    </p:spTree>
    <p:extLst>
      <p:ext uri="{BB962C8B-B14F-4D97-AF65-F5344CB8AC3E}">
        <p14:creationId xmlns:p14="http://schemas.microsoft.com/office/powerpoint/2010/main" val="2523063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02AA08-6A7B-24B9-ABC5-A3E5E92EB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65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230EA-CE2B-9BA0-537C-B37957FC4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Concepts Used – Structures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E7A88-34EA-D715-9856-0A73E022F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4" y="2632854"/>
            <a:ext cx="5934949" cy="3158347"/>
          </a:xfrm>
        </p:spPr>
        <p:txBody>
          <a:bodyPr/>
          <a:lstStyle/>
          <a:p>
            <a:r>
              <a:rPr lang="en-US" dirty="0"/>
              <a:t>Structures are used to store book details
Example details: Book ID, Book Name, Author
Helps in grouping related data
Makes the program more organized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F62DD97-45E3-1F1A-2507-0FFF107A974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8623" r="18623"/>
          <a:stretch/>
        </p:blipFill>
        <p:spPr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232731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49E8D-A5F1-0B6E-0406-71D6A31B6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Concepts Used – Loops &amp; Arrays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4C9B6E-7385-2F6D-4B4F-2738D76C7C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2151" y="2840672"/>
            <a:ext cx="5934949" cy="3158347"/>
          </a:xfrm>
        </p:spPr>
        <p:txBody>
          <a:bodyPr/>
          <a:lstStyle/>
          <a:p>
            <a:r>
              <a:rPr lang="en-US" dirty="0"/>
              <a:t>Arrays are used to store multiple records
Loops help in accessing records repeatedly
Used for searching, displaying, and updating data
Improves program efficiency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015C46BD-4EB2-B9E7-77D7-CF66F8E8148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8981" r="8981"/>
          <a:stretch/>
        </p:blipFill>
        <p:spPr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881942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62C7A-415C-FA89-CF82-CED2F8B9D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3C770CB-441F-6695-7291-21E7EF1B5E8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3308" r="23308"/>
          <a:stretch/>
        </p:blipFill>
        <p:spPr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49251-0993-2A73-FF76-1BFEA3BB5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4" y="2632854"/>
            <a:ext cx="5934949" cy="3158347"/>
          </a:xfrm>
        </p:spPr>
        <p:txBody>
          <a:bodyPr/>
          <a:lstStyle/>
          <a:p>
            <a:r>
              <a:rPr lang="en-US" dirty="0"/>
              <a:t>The Library Management System plays a vital role in organizing and managing library activities efficiently. It simplifies the process of maintaining book records, issuing and returning books, and managing user details. By using a computerized system, manual work is reduced, accuracy is improved, and time is saved. Overall, a Library Management System enhances the effectiveness of library operations and provides easy access to information for both librarians and users.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88C9E4-5ADF-0415-02FC-3AEA9B976750}"/>
              </a:ext>
            </a:extLst>
          </p:cNvPr>
          <p:cNvSpPr txBox="1"/>
          <p:nvPr/>
        </p:nvSpPr>
        <p:spPr>
          <a:xfrm>
            <a:off x="5179562" y="251460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494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9FFC2-560F-4FB1-FFDB-1D90F6FD9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5968673" cy="3782339"/>
          </a:xfrm>
        </p:spPr>
        <p:txBody>
          <a:bodyPr/>
          <a:lstStyle/>
          <a:p>
            <a:r>
              <a:rPr lang="en-US" b="1" i="1" dirty="0">
                <a:solidFill>
                  <a:srgbClr val="002060"/>
                </a:solidFill>
              </a:rPr>
              <a:t>Thank you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8E91ABB-1B8B-174F-1F19-D10A4C8017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9968" y="3810871"/>
            <a:ext cx="5106026" cy="2338102"/>
          </a:xfrm>
        </p:spPr>
        <p:txBody>
          <a:bodyPr/>
          <a:lstStyle/>
          <a:p>
            <a:r>
              <a:rPr lang="en-US" dirty="0" err="1"/>
              <a:t>V.Devi</a:t>
            </a:r>
            <a:r>
              <a:rPr lang="en-US" dirty="0"/>
              <a:t> </a:t>
            </a:r>
            <a:r>
              <a:rPr lang="en-US" dirty="0" err="1"/>
              <a:t>sri</a:t>
            </a:r>
            <a:r>
              <a:rPr lang="en-US" dirty="0"/>
              <a:t> (25A31A04F5)</a:t>
            </a:r>
          </a:p>
          <a:p>
            <a:r>
              <a:rPr lang="en-US" dirty="0" err="1"/>
              <a:t>V.Dhana</a:t>
            </a:r>
            <a:r>
              <a:rPr lang="en-US" dirty="0"/>
              <a:t> Lakshmi (25A31A04f6)</a:t>
            </a:r>
          </a:p>
          <a:p>
            <a:r>
              <a:rPr lang="en-US" dirty="0" err="1"/>
              <a:t>P.satish</a:t>
            </a:r>
            <a:r>
              <a:rPr lang="en-US" dirty="0"/>
              <a:t> </a:t>
            </a:r>
            <a:r>
              <a:rPr lang="en-US" dirty="0" err="1"/>
              <a:t>kumar</a:t>
            </a:r>
            <a:r>
              <a:rPr lang="en-US" dirty="0"/>
              <a:t>(25A31A04i6)</a:t>
            </a:r>
          </a:p>
          <a:p>
            <a:r>
              <a:rPr lang="en-US" err="1"/>
              <a:t>P</a:t>
            </a:r>
            <a:r>
              <a:rPr lang="en-US"/>
              <a:t>.J.Naveen </a:t>
            </a:r>
            <a:r>
              <a:rPr lang="en-US" dirty="0" err="1"/>
              <a:t>kumar</a:t>
            </a:r>
            <a:r>
              <a:rPr lang="en-US" dirty="0"/>
              <a:t>(25A31a04i7)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CB99C9B-57BB-2015-B84E-F6A9EC8FA9A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 flipV="1">
            <a:off x="6172200" y="3166171"/>
            <a:ext cx="5105400" cy="6447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34DFC4-DC88-F218-B33D-3AEEE40BE3D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179063" y="3352420"/>
            <a:ext cx="4881562" cy="546903"/>
          </a:xfrm>
        </p:spPr>
        <p:txBody>
          <a:bodyPr/>
          <a:lstStyle/>
          <a:p>
            <a:r>
              <a:rPr lang="en-US" dirty="0"/>
              <a:t>Team Members</a:t>
            </a:r>
          </a:p>
        </p:txBody>
      </p:sp>
    </p:spTree>
    <p:extLst>
      <p:ext uri="{BB962C8B-B14F-4D97-AF65-F5344CB8AC3E}">
        <p14:creationId xmlns:p14="http://schemas.microsoft.com/office/powerpoint/2010/main" val="284387500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Droplet</vt:lpstr>
      <vt:lpstr>PowerPoint Presentation</vt:lpstr>
      <vt:lpstr>Introduction – What is Library Management?</vt:lpstr>
      <vt:lpstr>Introduction – Purpose of Library Management</vt:lpstr>
      <vt:lpstr>Introduction – Features of Library Management</vt:lpstr>
      <vt:lpstr>Benefits of Library Management</vt:lpstr>
      <vt:lpstr>PowerPoint Presentation</vt:lpstr>
      <vt:lpstr>Programming Concepts Used – Structures</vt:lpstr>
      <vt:lpstr>Programming Concepts Used – Loops &amp; Arrays</vt:lpstr>
      <vt:lpstr>Conclusion 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Dhana Lakshmi</dc:creator>
  <cp:lastModifiedBy>Naga Sailaja Kola</cp:lastModifiedBy>
  <cp:revision>12</cp:revision>
  <dcterms:created xsi:type="dcterms:W3CDTF">2025-12-23T01:08:18Z</dcterms:created>
  <dcterms:modified xsi:type="dcterms:W3CDTF">2025-12-23T02:55:36Z</dcterms:modified>
</cp:coreProperties>
</file>